
<file path=[Content_Types].xml><?xml version="1.0" encoding="utf-8"?>
<Types xmlns="http://schemas.openxmlformats.org/package/2006/content-types">
  <Default Extension="fntdata" ContentType="application/x-fontdata"/>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embeddedFontLst>
    <p:embeddedFont>
      <p:font typeface="Trebuchet MS" panose="020B0603020202020204" pitchFamily="34" charset="0"/>
      <p:regular r:id="rId21"/>
      <p:bold r:id="rId22"/>
      <p:italic r:id="rId23"/>
      <p:boldItalic r:id="rId24"/>
    </p:embeddedFont>
    <p:embeddedFont>
      <p:font typeface="Wingdings 3" panose="05040102010807070707" pitchFamily="18" charset="2"/>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5033" autoAdjust="0"/>
  </p:normalViewPr>
  <p:slideViewPr>
    <p:cSldViewPr snapToGrid="0">
      <p:cViewPr varScale="1">
        <p:scale>
          <a:sx n="111" d="100"/>
          <a:sy n="111" d="100"/>
        </p:scale>
        <p:origin x="480"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7167" y="3429000"/>
            <a:ext cx="3176362" cy="1329117"/>
          </a:xfrm>
        </p:spPr>
        <p:txBody>
          <a:bodyPr vert="horz" lIns="91440" tIns="45720" rIns="91440" bIns="45720" rtlCol="0" anchor="t">
            <a:normAutofit/>
          </a:bodyPr>
          <a:lstStyle/>
          <a:p>
            <a:pPr algn="ctr">
              <a:defRPr sz="1700" b="0"/>
            </a:pPr>
            <a:r>
              <a:rPr dirty="0"/>
              <a:t>Man</a:t>
            </a:r>
            <a:r>
              <a:rPr lang="en-IN" dirty="0" err="1"/>
              <a:t>av</a:t>
            </a:r>
            <a:r>
              <a:rPr lang="en-IN" dirty="0"/>
              <a:t> verma    </a:t>
            </a:r>
            <a:br>
              <a:rPr dirty="0"/>
            </a:br>
            <a:r>
              <a:rPr dirty="0"/>
              <a:t>GNIOT (Greater Noida Institute of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pPr>
              <a:defRPr sz="2000" b="1"/>
            </a:pPr>
            <a:r>
              <a:rPr dirty="0"/>
              <a:t>Project Title -</a:t>
            </a:r>
            <a:br>
              <a:rPr dirty="0"/>
            </a:br>
            <a:r>
              <a:rPr dirty="0"/>
              <a:t>Seasonal Agriculture Performance Analys</a:t>
            </a:r>
            <a:r>
              <a:rPr lang="en-IN" dirty="0"/>
              <a:t>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37167" y="4337561"/>
            <a:ext cx="3176362" cy="461665"/>
          </a:xfrm>
          <a:prstGeom prst="rect">
            <a:avLst/>
          </a:prstGeom>
          <a:noFill/>
        </p:spPr>
        <p:txBody>
          <a:bodyPr wrap="square" rtlCol="0">
            <a:spAutoFit/>
          </a:bodyPr>
          <a:lstStyle/>
          <a:p>
            <a:pPr>
              <a:defRPr sz="1200" b="0"/>
            </a:pPr>
            <a:r>
              <a:rPr dirty="0"/>
              <a:t>AICTE STU ID : </a:t>
            </a:r>
            <a:r>
              <a:rPr lang="en-IN" dirty="0"/>
              <a:t>STU69e7d66a1817d1776801386</a:t>
            </a:r>
            <a:endParaRPr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00000"/>
              </a:lnSpc>
              <a:defRPr sz="1500" b="0"/>
            </a:pPr>
            <a: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pPr>
              <a:defRPr sz="1400" b="0"/>
            </a:pPr>
            <a:r>
              <a:t>Project Description</a:t>
            </a:r>
            <a:br/>
            <a:br/>
            <a:r>
              <a:t>This project analyzes a 4,000-record agricultural dataset covering Kharif, Rabi and Zaid seasons. The analysis examines environmental conditions, farming practices, resource usage, crop production and economic performance.</a:t>
            </a:r>
            <a:br/>
            <a:br/>
            <a:r>
              <a:t>The workflow includes data understanding, missing-value/duplicate checking, exploratory data analysis, seasonal comparison, crop-wise and irrigation analysis, relationship analysis, interpretation and recommendations.</a:t>
            </a:r>
            <a:br/>
            <a:br/>
            <a:r>
              <a:t>Main metrics: rainfall, temperature, soil moisture, fertilizer, yield, production, water use, water efficiency, revenue, cost, profit and disease/pest risk.</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140015" y="3036498"/>
            <a:ext cx="5209779" cy="3471096"/>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fontScale="90000"/>
          </a:bodyPr>
          <a:lstStyle/>
          <a:p>
            <a:pPr>
              <a:defRPr sz="1500" b="0"/>
            </a:pPr>
            <a:r>
              <a:t>WHO ARE THE END USERS?</a:t>
            </a:r>
            <a:br/>
            <a:br/>
            <a:r>
              <a:t>• Farmers – seasonal crop and resource planning</a:t>
            </a:r>
            <a:br/>
            <a:r>
              <a:t>• Agricultural planners/departments – evidence-based planning</a:t>
            </a:r>
            <a:br/>
            <a:r>
              <a:t>• Agribusinesses – production and economic planning</a:t>
            </a:r>
            <a:br/>
            <a:r>
              <a:t>• Researchers &amp; students – agricultural trend analysis</a:t>
            </a:r>
            <a:br/>
            <a:r>
              <a:t>• Resource managers – water-use and input-efficiency monitoring</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2216989"/>
            <a:ext cx="9027702" cy="3933646"/>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pPr>
              <a:defRPr sz="1600" b="0"/>
            </a:pPr>
            <a:r>
              <a:t>Technology Used</a:t>
            </a:r>
            <a:br/>
            <a:br/>
            <a:r>
              <a:t>• Python</a:t>
            </a:r>
            <a:br/>
            <a:r>
              <a:t>• Pandas &amp; NumPy – data cleaning and analysis</a:t>
            </a:r>
            <a:br/>
            <a:r>
              <a:t>• Matplotlib &amp; Seaborn – visualization</a:t>
            </a:r>
            <a:br/>
            <a:r>
              <a:t>• SciPy – statistical analysis</a:t>
            </a:r>
            <a:br/>
            <a:r>
              <a:t>• Google Colab / Jupyter Notebook</a:t>
            </a:r>
            <a:br/>
            <a:r>
              <a:t>• CSV dataset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Kharif: 5.64 t/ha</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Rabi: 5.08 | Zaid: 4.67 t/ha</a:t>
            </a:r>
            <a:endParaRPr lang="en-GB" sz="2000" dirty="0"/>
          </a:p>
        </p:txBody>
      </p:sp>
      <p:pic>
        <p:nvPicPr>
          <p:cNvPr id="24" name="Picture 23" descr="season_yield.png"/>
          <p:cNvPicPr>
            <a:picLocks noChangeAspect="1"/>
          </p:cNvPicPr>
          <p:nvPr/>
        </p:nvPicPr>
        <p:blipFill>
          <a:blip r:embed="rId3"/>
          <a:stretch>
            <a:fillRect/>
          </a:stretch>
        </p:blipFill>
        <p:spPr>
          <a:xfrm>
            <a:off x="1828800" y="1965960"/>
            <a:ext cx="8412480" cy="356616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Kharif rainfall: 852 mm</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Zaid temp: 31.04°C | soil moisture: 19.17%</a:t>
            </a:r>
            <a:endParaRPr lang="en-GB" sz="2000" dirty="0"/>
          </a:p>
        </p:txBody>
      </p:sp>
      <p:pic>
        <p:nvPicPr>
          <p:cNvPr id="31" name="Picture 30" descr="environment.png"/>
          <p:cNvPicPr>
            <a:picLocks noChangeAspect="1"/>
          </p:cNvPicPr>
          <p:nvPr/>
        </p:nvPicPr>
        <p:blipFill>
          <a:blip r:embed="rId3"/>
          <a:stretch>
            <a:fillRect/>
          </a:stretch>
        </p:blipFill>
        <p:spPr>
          <a:xfrm>
            <a:off x="1828800" y="1965960"/>
            <a:ext cx="8412480" cy="3566160"/>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Kharif profit: ₹178,915</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Zaid profit: ₹-24,805</a:t>
            </a:r>
            <a:endParaRPr lang="en-GB" sz="2000" dirty="0"/>
          </a:p>
        </p:txBody>
      </p:sp>
      <p:pic>
        <p:nvPicPr>
          <p:cNvPr id="31" name="Picture 30" descr="economics.png"/>
          <p:cNvPicPr>
            <a:picLocks noChangeAspect="1"/>
          </p:cNvPicPr>
          <p:nvPr/>
        </p:nvPicPr>
        <p:blipFill>
          <a:blip r:embed="rId3"/>
          <a:stretch>
            <a:fillRect/>
          </a:stretch>
        </p:blipFill>
        <p:spPr>
          <a:xfrm>
            <a:off x="1828800" y="1965960"/>
            <a:ext cx="8412480" cy="3566160"/>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Drip efficiency: 6.27</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Flood efficiency: 3.44</a:t>
            </a:r>
            <a:endParaRPr lang="en-GB" sz="2000" dirty="0"/>
          </a:p>
        </p:txBody>
      </p:sp>
      <p:pic>
        <p:nvPicPr>
          <p:cNvPr id="31" name="Picture 30" descr="irrigation.png"/>
          <p:cNvPicPr>
            <a:picLocks noChangeAspect="1"/>
          </p:cNvPicPr>
          <p:nvPr/>
        </p:nvPicPr>
        <p:blipFill>
          <a:blip r:embed="rId3"/>
          <a:stretch>
            <a:fillRect/>
          </a:stretch>
        </p:blipFill>
        <p:spPr>
          <a:xfrm>
            <a:off x="1828800" y="1965960"/>
            <a:ext cx="8412480" cy="3566160"/>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Highest average yield: Sugarcane (46.94 t/ha)</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200" b="1"/>
            </a:pPr>
            <a:r>
              <a:t>Lowest average yield: Pulses (0.92 t/ha)</a:t>
            </a:r>
            <a:endParaRPr lang="en-GB" sz="2000" dirty="0"/>
          </a:p>
        </p:txBody>
      </p:sp>
      <p:pic>
        <p:nvPicPr>
          <p:cNvPr id="31" name="Picture 30" descr="crop_yield.png"/>
          <p:cNvPicPr>
            <a:picLocks noChangeAspect="1"/>
          </p:cNvPicPr>
          <p:nvPr/>
        </p:nvPicPr>
        <p:blipFill>
          <a:blip r:embed="rId3"/>
          <a:stretch>
            <a:fillRect/>
          </a:stretch>
        </p:blipFill>
        <p:spPr>
          <a:xfrm>
            <a:off x="1828800" y="1965960"/>
            <a:ext cx="8412480" cy="3566160"/>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03849" y="370589"/>
            <a:ext cx="4807906" cy="2277720"/>
          </a:xfrm>
        </p:spPr>
        <p:txBody>
          <a:bodyPr>
            <a:normAutofit fontScale="90000"/>
          </a:bodyPr>
          <a:lstStyle/>
          <a:p>
            <a:pPr>
              <a:defRPr sz="1600" b="0"/>
            </a:pPr>
            <a:r>
              <a:rPr dirty="0"/>
              <a:t>Future scope</a:t>
            </a:r>
            <a:br>
              <a:rPr dirty="0"/>
            </a:br>
            <a:br>
              <a:rPr dirty="0"/>
            </a:br>
            <a:r>
              <a:rPr dirty="0"/>
              <a:t>• Predict seasonal yield and profit using Machine Learning</a:t>
            </a:r>
            <a:br>
              <a:rPr dirty="0"/>
            </a:br>
            <a:r>
              <a:rPr dirty="0"/>
              <a:t>• Integrate weather forecasts and real-time environmental data</a:t>
            </a:r>
            <a:br>
              <a:rPr dirty="0"/>
            </a:br>
            <a:r>
              <a:rPr dirty="0"/>
              <a:t>• Build an interactive dashboard using Power BI or </a:t>
            </a:r>
            <a:r>
              <a:rPr dirty="0" err="1"/>
              <a:t>Streamlit</a:t>
            </a:r>
            <a:br>
              <a:rPr dirty="0"/>
            </a:br>
            <a:r>
              <a:rPr dirty="0"/>
              <a:t>• Add crop recommendation and resource optimization</a:t>
            </a:r>
            <a:br>
              <a:rPr dirty="0"/>
            </a:br>
            <a:r>
              <a:rPr dirty="0"/>
              <a:t>• Add district/state geospatial analysis</a:t>
            </a:r>
            <a:br>
              <a:rPr dirty="0"/>
            </a:br>
            <a:r>
              <a:rPr dirty="0"/>
              <a:t>• Detect high-risk seasons and unusual patterns</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pPr>
              <a:defRPr sz="1300" b="0"/>
            </a:pPr>
            <a:r>
              <a:t>Project Repository:</a:t>
            </a:r>
            <a:br/>
            <a:r>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pPr>
              <a:defRPr sz="1600" b="0"/>
            </a:pPr>
            <a:r>
              <a:rPr dirty="0"/>
              <a:t>VOIS Course completion certificate -</a:t>
            </a:r>
            <a:br>
              <a:rPr dirty="0"/>
            </a:br>
            <a:r>
              <a:rPr dirty="0"/>
              <a:t>Course name- Data Visualization</a:t>
            </a:r>
            <a:br>
              <a:rPr dirty="0"/>
            </a:br>
            <a:br>
              <a:rPr dirty="0"/>
            </a:br>
            <a:endParaRPr dirty="0"/>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98D3E0E-0589-C950-6FD8-0FCA433352D6}"/>
              </a:ext>
            </a:extLst>
          </p:cNvPr>
          <p:cNvPicPr>
            <a:picLocks noChangeAspect="1"/>
          </p:cNvPicPr>
          <p:nvPr/>
        </p:nvPicPr>
        <p:blipFill>
          <a:blip r:embed="rId3"/>
          <a:stretch>
            <a:fillRect/>
          </a:stretch>
        </p:blipFill>
        <p:spPr>
          <a:xfrm>
            <a:off x="158362" y="995319"/>
            <a:ext cx="8868983" cy="599215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endParaRP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1380</TotalTime>
  <Words>482</Words>
  <Application>Microsoft Office PowerPoint</Application>
  <PresentationFormat>Widescreen</PresentationFormat>
  <Paragraphs>29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Trebuchet MS</vt:lpstr>
      <vt:lpstr>Arial</vt:lpstr>
      <vt:lpstr>Calibri</vt:lpstr>
      <vt:lpstr>Wingdings 3</vt:lpstr>
      <vt:lpstr>Wingdings</vt:lpstr>
      <vt:lpstr>Facet</vt:lpstr>
      <vt:lpstr>Project Title - Seasonal Agriculture Performance Analysis</vt:lpstr>
      <vt:lpstr>PROBLEM  STATEMENT</vt:lpstr>
      <vt:lpstr>Project Description  This project analyzes a 4,000-record agricultural dataset covering Kharif, Rabi and Zaid seasons. The analysis examines environmental conditions, farming practices, resource usage, crop production and economic performance.  The workflow includes data understanding, missing-value/duplicate checking, exploratory data analysis, seasonal comparison, crop-wise and irrigation analysis, relationship analysis, interpretation and recommendations.  Main metrics: rainfall, temperature, soil moisture, fertilizer, yield, production, water use, water efficiency, revenue, cost, profit and disease/pest risk.</vt:lpstr>
      <vt:lpstr>WHO ARE THE END USERS?  • Farmers – seasonal crop and resource planning • Agricultural planners/departments – evidence-based planning • Agribusinesses – production and economic planning • Researchers &amp; students – agricultural trend analysis • Resource managers – water-use and input-efficiency monitoring</vt:lpstr>
      <vt:lpstr>Technology Used  • Python • Pandas &amp; NumPy – data cleaning and analysis • Matplotlib &amp; Seaborn – visualization • SciPy – statistical analysis • Google Colab / Jupyter Notebook • CSV dataset</vt:lpstr>
      <vt:lpstr>RESULTS </vt:lpstr>
      <vt:lpstr>RESULTS </vt:lpstr>
      <vt:lpstr>RESULTS </vt:lpstr>
      <vt:lpstr>RESULTS </vt:lpstr>
      <vt:lpstr>RESULTS </vt:lpstr>
      <vt:lpstr>Future scope  • Predict seasonal yield and profit using Machine Learning • Integrate weather forecasts and real-time environmental data • Build an interactive dashboard using Power BI or Streamlit • Add crop recommendation and resource optimization • Add district/state geospatial analysis • Detect high-risk seasons and unusual patterns</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manavverma135@outlook.com</cp:lastModifiedBy>
  <cp:revision>100</cp:revision>
  <dcterms:created xsi:type="dcterms:W3CDTF">2021-07-11T13:13:15Z</dcterms:created>
  <dcterms:modified xsi:type="dcterms:W3CDTF">2026-09-10T13:23:41Z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